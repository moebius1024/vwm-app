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150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 smtClean="0"/>
              <a:t>Klik om de ondertitelstijl van het model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2656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758330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4547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98535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07942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56076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79633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65399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27748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76262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941621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ADB0E-63F7-475F-9A40-184AC8B08F52}" type="datetimeFigureOut">
              <a:rPr lang="nl-NL" smtClean="0"/>
              <a:t>20-01-2022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2101B-0441-4DF3-8765-04FACE30F738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9701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Afbeelding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42588" y="0"/>
            <a:ext cx="7906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119900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to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Breedbeeld</PresentationFormat>
  <Paragraphs>0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Kantoorthema</vt:lpstr>
      <vt:lpstr>PowerPoint-presentatie</vt:lpstr>
    </vt:vector>
  </TitlesOfParts>
  <Company>Politie Nederland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Stolk, Hans, Johannes (J.)</dc:creator>
  <cp:lastModifiedBy>Stolk, Hans, Johannes (J.)</cp:lastModifiedBy>
  <cp:revision>2</cp:revision>
  <dcterms:created xsi:type="dcterms:W3CDTF">2022-01-20T08:11:46Z</dcterms:created>
  <dcterms:modified xsi:type="dcterms:W3CDTF">2022-01-20T08:14:32Z</dcterms:modified>
</cp:coreProperties>
</file>