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ne4ECtypRWSwfmIqrG/hmeSlO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dia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objec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ekop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van twee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gelijking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g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houd met bijschrift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fbeelding met bijschrift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verticale teks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e titel en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432" y="-88900"/>
            <a:ext cx="11151757" cy="6648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2022-01-20T08:08:44Z</dcterms:created>
  <dc:creator>Stolk, Hans, Johannes (J.)</dc:creator>
</cp:coreProperties>
</file>